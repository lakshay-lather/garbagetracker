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4270970f_0_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14270970f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14270970f_0_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4270970f_0_4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14270970f_0_4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14270970f_0_4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4270970f_0_5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14270970f_0_5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14270970f_0_5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4270970f_0_5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14270970f_0_5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14270970f_0_5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4270970f_0_6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14270970f_0_6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14270970f_0_6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14270970f_0_7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14270970f_0_7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14270970f_0_7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14270970f_0_8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14270970f_0_8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14270970f_0_8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14270970f_0_9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14270970f_0_9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14270970f_0_9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14270970f_0_9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14270970f_0_9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14270970f_0_9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4270970f_0_10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14270970f_0_10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14270970f_0_10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 sz="1800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b="1" lang="en-US" sz="2300">
                <a:solidFill>
                  <a:srgbClr val="FFFFFF"/>
                </a:solidFill>
              </a:rPr>
              <a:t>Garbage Truck T          </a:t>
            </a:r>
            <a:r>
              <a:rPr b="1" lang="en-US" sz="2000">
                <a:solidFill>
                  <a:schemeClr val="dk1"/>
                </a:solidFill>
              </a:rPr>
              <a:t>Garbage Truck Tracker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                                                               </a:t>
            </a:r>
            <a:r>
              <a:rPr b="1" lang="en-US">
                <a:solidFill>
                  <a:schemeClr val="dk1"/>
                </a:solidFill>
              </a:rPr>
              <a:t>   Smart Waste Management System using GPS Tracking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chemeClr val="dk1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chemeClr val="dk1"/>
                </a:solidFill>
              </a:rPr>
              <a:t>          </a:t>
            </a:r>
            <a:r>
              <a:rPr lang="en-US" sz="1100">
                <a:solidFill>
                  <a:schemeClr val="dk1"/>
                </a:solidFill>
              </a:rPr>
              <a:t>  </a:t>
            </a:r>
            <a:r>
              <a:rPr b="1" lang="en-US" sz="1100">
                <a:solidFill>
                  <a:schemeClr val="dk1"/>
                </a:solidFill>
              </a:rPr>
              <a:t>Presented By:   </a:t>
            </a:r>
            <a:r>
              <a:rPr lang="en-US" sz="1100">
                <a:solidFill>
                  <a:schemeClr val="dk1"/>
                </a:solidFill>
              </a:rPr>
              <a:t>                                                                                                                               </a:t>
            </a:r>
            <a:r>
              <a:rPr b="1" lang="en-US" sz="1100">
                <a:solidFill>
                  <a:schemeClr val="dk1"/>
                </a:solidFill>
              </a:rPr>
              <a:t>       Mentor: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Gulshan Kumar (2211981161 )                                                                                                               Dr. Ajay KatIyar  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Lakshay (2211981209)       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Tanmay Gupta (2211981431)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Khushdeep Kakria (2211981199)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    	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</a:t>
            </a:r>
            <a:endParaRPr b="1" sz="20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Garbage collection is still managed manually in many cities.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Lack of tracking causes missed pickups and delayed services.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Citizens are unaware of collection schedules.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Municipal authorities face difficulty monitoring vehicles.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Need for a smart and transparent waste management system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0" y="0"/>
            <a:ext cx="5205600" cy="147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100"/>
              <a:t>Problem Statement</a:t>
            </a:r>
            <a:endParaRPr b="1" sz="4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Inefficient garbage collection process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No real-time tracking of garbage trucks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Unoptimized collection routes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Poor communication between citizens and authorities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Overflowing garbage bins and pollutio</a:t>
            </a:r>
            <a:r>
              <a:rPr lang="en-US" sz="2100"/>
              <a:t>n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 </a:t>
            </a:r>
            <a:r>
              <a:rPr lang="en-US" sz="2100"/>
              <a:t>Lack of accountability and monitoring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/>
              <a:t>P</a:t>
            </a:r>
            <a:r>
              <a:rPr lang="en-US" sz="4700"/>
              <a:t>roject objective</a:t>
            </a:r>
            <a:r>
              <a:rPr lang="en-US" sz="6500"/>
              <a:t> </a:t>
            </a:r>
            <a:endParaRPr sz="4000"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Objective of the Project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Develop a GPS-based Garbage Truck Tracker system.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Enable real-time vehicle tracking.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Improve transparency and accountability.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Reduce missed garbage pickups.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Optimize waste collection routes.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Provide complaint and notification system.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The proposed system is a web-based platform that: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Tracks garbage trucks in real time.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Provides separate portals for users.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Improves communication between citizens and authorities.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Monitors routes and driver activities.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Enhances operational efficiency.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146225" y="1286800"/>
            <a:ext cx="8540400" cy="50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Main Portals: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Citizen Portal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Admin Portal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Municipal Corporation Portal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Core Modules: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GPS Tracking Module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Complaint Management System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Notification System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Route Optimization Module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Vehicle Management System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 Database Management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Portal features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277825" y="1038200"/>
            <a:ext cx="8612700" cy="54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47500" lnSpcReduction="2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26"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3526"/>
              <a:t>Citizen Portal Features</a:t>
            </a:r>
            <a:endParaRPr b="1" sz="3526"/>
          </a:p>
          <a:p>
            <a:pPr indent="-31713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2935"/>
              <a:t>Track live garbage truck location</a:t>
            </a:r>
            <a:endParaRPr sz="2935"/>
          </a:p>
          <a:p>
            <a:pPr indent="-3171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35"/>
              <a:t>Check garbage collection schedules</a:t>
            </a:r>
            <a:endParaRPr sz="2935"/>
          </a:p>
          <a:p>
            <a:pPr indent="-3171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35"/>
              <a:t>Raise complaints online</a:t>
            </a:r>
            <a:endParaRPr sz="2935"/>
          </a:p>
          <a:p>
            <a:pPr indent="-3171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35"/>
              <a:t>Receive notifications and updates</a:t>
            </a:r>
            <a:endParaRPr sz="2935"/>
          </a:p>
          <a:p>
            <a:pPr indent="-3171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35"/>
              <a:t>User-friendly dashboard</a:t>
            </a:r>
            <a:endParaRPr sz="2935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469"/>
              <a:t>Admin Portal Features</a:t>
            </a:r>
            <a:endParaRPr b="1" sz="3469"/>
          </a:p>
          <a:p>
            <a:pPr indent="-32017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3036"/>
              <a:t>Manage users and vehicles</a:t>
            </a:r>
            <a:endParaRPr sz="3036"/>
          </a:p>
          <a:p>
            <a:pPr indent="-320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36"/>
              <a:t>Handle complaints</a:t>
            </a:r>
            <a:endParaRPr sz="3036"/>
          </a:p>
          <a:p>
            <a:pPr indent="-320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36"/>
              <a:t>Monitor system activities</a:t>
            </a:r>
            <a:endParaRPr sz="3036"/>
          </a:p>
          <a:p>
            <a:pPr indent="-320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36"/>
              <a:t>Manage collection schedules</a:t>
            </a:r>
            <a:endParaRPr sz="3036"/>
          </a:p>
          <a:p>
            <a:pPr indent="-320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36"/>
              <a:t>Generate reports and analytics</a:t>
            </a:r>
            <a:endParaRPr sz="3036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477"/>
              <a:t>Municipal Corporation Features</a:t>
            </a:r>
            <a:endParaRPr b="1" sz="3477"/>
          </a:p>
          <a:p>
            <a:pPr indent="-32114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3068"/>
              <a:t>Monitor garbage truck movement</a:t>
            </a:r>
            <a:endParaRPr sz="3068"/>
          </a:p>
          <a:p>
            <a:pPr indent="-3211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68"/>
              <a:t>Track driver performance</a:t>
            </a:r>
            <a:endParaRPr sz="3068"/>
          </a:p>
          <a:p>
            <a:pPr indent="-3211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68"/>
              <a:t>Optimize collection routes</a:t>
            </a:r>
            <a:endParaRPr sz="3068"/>
          </a:p>
          <a:p>
            <a:pPr indent="-3211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68"/>
              <a:t>Analyze operational efficiency</a:t>
            </a:r>
            <a:endParaRPr sz="3068"/>
          </a:p>
          <a:p>
            <a:pPr indent="-3211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3068"/>
              <a:t>Ensure timely waste collection</a:t>
            </a:r>
            <a:endParaRPr sz="3068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features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73125" y="1096700"/>
            <a:ext cx="8613300" cy="51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32"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2532"/>
              <a:t>Key Features of the System</a:t>
            </a:r>
            <a:endParaRPr b="1" sz="2532"/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Real-time GPS tracking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Interactive map interface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Complaint management system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Route optimization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Automated alerts and notifications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Vehicle monitoring dashboard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Data analytics and reporting</a:t>
            </a:r>
            <a:endParaRPr sz="2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Technologies used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57200" y="1199050"/>
            <a:ext cx="8229300" cy="48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4572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700"/>
              <a:t>Technology Stack</a:t>
            </a:r>
            <a:endParaRPr b="1" sz="1700"/>
          </a:p>
          <a:p>
            <a:pPr indent="0" lvl="0" marL="4572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700"/>
              <a:t>Frontend:</a:t>
            </a:r>
            <a:endParaRPr b="1" sz="17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React.js</a:t>
            </a:r>
            <a:endParaRPr sz="17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Backend:</a:t>
            </a:r>
            <a:endParaRPr b="1" sz="17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Node.js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Express.js</a:t>
            </a:r>
            <a:endParaRPr sz="17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Database:</a:t>
            </a:r>
            <a:endParaRPr b="1" sz="17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MongoDB</a:t>
            </a:r>
            <a:endParaRPr sz="17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APIs &amp; Tools:</a:t>
            </a:r>
            <a:endParaRPr b="1" sz="17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Google Maps API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REST APIs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GPS Integration</a:t>
            </a:r>
            <a:endParaRPr sz="1700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working of the system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248575" y="1140575"/>
            <a:ext cx="8642100" cy="53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      Working Flow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Garbage truck location is captured using GPS.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Data is sent to the server.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Live location is displayed on the map.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Citizens can track trucks in real time.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Authorities monitor routes and schedules.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Complaints and notifications are managed through the system.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Benefits of the system</a:t>
            </a:r>
            <a:endParaRPr sz="3800"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36325" y="1199050"/>
            <a:ext cx="8350200" cy="49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  </a:t>
            </a:r>
            <a:r>
              <a:rPr b="1" lang="en-US" sz="2100"/>
              <a:t>  Benefits</a:t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   For Citizens: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Easy tracking and complaint system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Better communication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Improved sanitation services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    For Authorities: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Better monitoring and accountability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Data-driven decision making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Efficient waste management operation</a:t>
            </a:r>
            <a:r>
              <a:rPr lang="en-US" sz="2100"/>
              <a:t>s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146225" y="1604525"/>
            <a:ext cx="85404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</a:t>
            </a:r>
            <a:r>
              <a:rPr lang="en-US"/>
              <a:t>The Garbage Truck Tracker system provides a          smart and efficient solution for urban waste management using GPS technology. It improves transparency, reduces operational inefficiencies, enhances communication, and supports cleaner and smarter cities.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